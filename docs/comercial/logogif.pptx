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2" r:id="rId5"/>
    <p:sldId id="263" r:id="rId6"/>
    <p:sldId id="267" r:id="rId7"/>
    <p:sldId id="269" r:id="rId8"/>
    <p:sldId id="260" r:id="rId9"/>
    <p:sldId id="268" r:id="rId10"/>
    <p:sldId id="275" r:id="rId11"/>
    <p:sldId id="279" r:id="rId12"/>
    <p:sldId id="277" r:id="rId13"/>
    <p:sldId id="278" r:id="rId14"/>
    <p:sldId id="276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5" autoAdjust="0"/>
    <p:restoredTop sz="94660"/>
  </p:normalViewPr>
  <p:slideViewPr>
    <p:cSldViewPr snapToGrid="0">
      <p:cViewPr>
        <p:scale>
          <a:sx n="125" d="100"/>
          <a:sy n="125" d="100"/>
        </p:scale>
        <p:origin x="-2764" y="-1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AEFA-CE2D-EFA5-BB16-6F82FB6B5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2A1E5-CCC0-59E7-C491-7E38A6E7D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15976-2208-04CE-D79F-7E57D8C0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8D63-0CDE-4C29-9195-87DF9030FA78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AA2EF-B33C-867F-3785-34CAED47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A03F0-5EB1-1610-C383-4F6EAA0A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1206D-79E6-4602-B237-A4FAB6D8C9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1210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0764-99FC-C426-FCB6-5C4587EB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4D9FE-24DF-93F5-D195-F51CEE495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A774C-338B-E7CF-EE6A-B1346DF3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8D63-0CDE-4C29-9195-87DF9030FA78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A8A94-2ABE-8A58-7CC2-CAE8B8E5A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EC3C7-65A0-82DD-E24A-886467D4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1206D-79E6-4602-B237-A4FAB6D8C9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9428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0DC6-C743-5CA6-118C-2233CE6D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F6FF6-189B-991B-E178-983A1BBC3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553A0-48D8-ACFA-C5AF-B3939FABD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8D63-0CDE-4C29-9195-87DF9030FA78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63AF8-C33E-3700-8CBE-F44144FC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CB37C-B0DD-3E41-958B-7D50BDF14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1206D-79E6-4602-B237-A4FAB6D8C9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7020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8E2CF-A4F0-C9A0-D35D-B4D5CE93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FB12B-40D3-8133-D84A-BA590C714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3030E-8171-5F26-BE06-2DC71D751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9E94C-9EEB-F2AB-941B-22D1B45DA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8D63-0CDE-4C29-9195-87DF9030FA78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9F22F-BE7A-F549-3D97-626AC5C7C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2278F-B652-3390-E9AD-C04211CFE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1206D-79E6-4602-B237-A4FAB6D8C9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250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713C-F01E-1F53-208C-7187EF463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4A63B-31D1-FF62-50C7-571870B0C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C011F-B403-1566-7B3B-2A62A6963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30D45-2741-03EE-56BC-34A13AD7C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0B4CA6-81B8-A34E-0487-6B4686279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7E7B39-9A52-B8A0-A062-1F8D14E5B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8D63-0CDE-4C29-9195-87DF9030FA78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9982F-C1AA-4CD5-7025-E9B5099FC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3D2DF-D459-2A9C-7D65-9802F6A3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1206D-79E6-4602-B237-A4FAB6D8C9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058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7FD77-DF9A-E1B5-6BA7-BA09395FE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C4E5E-0785-6F07-280F-0117CBAFC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8D63-0CDE-4C29-9195-87DF9030FA78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D143C-5583-B562-F69B-7590DEFF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C24ED-5236-B010-3289-323B1A023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1206D-79E6-4602-B237-A4FAB6D8C9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8899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C11881-3F58-55B8-CB4F-6C4ABBBB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8D63-0CDE-4C29-9195-87DF9030FA78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BD6386-F352-2FF2-57E0-CE1290CC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D554E-E416-D3EB-5A6A-959C3751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1206D-79E6-4602-B237-A4FAB6D8C9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536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9D656-9930-CE51-2136-ECE1C5FC5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E249C-2365-6F7B-8138-1554149A0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1381C-A963-16E5-5805-45DDD4F1C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140FB-E572-F5B1-40F6-3EE8FAB8B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8D63-0CDE-4C29-9195-87DF9030FA78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82620-52A1-B36E-AD79-87A7416C8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12F20-B707-AC57-FC8C-CC6B8DB2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1206D-79E6-4602-B237-A4FAB6D8C9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8220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B3D3-5DBD-DFF8-BE48-E6A859DAE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545EF4-1972-0B38-A126-E10B6965C1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CE0A2-DCC2-D2FD-6300-D0D44DA7E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73A15-69E2-8958-2F5C-FD0C4E37D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8D63-0CDE-4C29-9195-87DF9030FA78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DE91E-70A6-EBDB-CF3E-E2AFFE9E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2611A-A141-895F-2FE9-6D3890A3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1206D-79E6-4602-B237-A4FAB6D8C9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145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4A931-1B53-F9E8-BA49-9613B987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557D3-1396-9357-110D-98063AB13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2F86-FE5B-0234-7A43-BB00C2BF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8D63-0CDE-4C29-9195-87DF9030FA78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67B59-72D5-2905-B0E0-51767308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03470-16A1-2BFA-B692-B10C2AEE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1206D-79E6-4602-B237-A4FAB6D8C9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231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2D3364-D206-8A6F-7F81-59BAC5763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2F6409-88BF-D50D-EA65-5AA9BD688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62979-96DA-5F0C-8AE6-96FE6E208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98D63-0CDE-4C29-9195-87DF9030FA78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BB729-D74A-792E-4314-E381753C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6430D-0334-EA80-09E4-B6E0DD52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1206D-79E6-4602-B237-A4FAB6D8C9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567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4457A0-181E-E156-9A80-69CB6DFEA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C998B-ACD2-6D9A-6DF3-61BE461EC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A0C0B-4039-5A28-E6BE-5C0F674ED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98D63-0CDE-4C29-9195-87DF9030FA78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E58EB-00CF-4AC9-6357-1882F0A30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92AED-E497-B052-D842-0FB61C548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71206D-79E6-4602-B237-A4FAB6D8C9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743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17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713FA0-AE3E-5227-7045-20C218955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9" r="20317"/>
          <a:stretch/>
        </p:blipFill>
        <p:spPr>
          <a:xfrm>
            <a:off x="4641273" y="1714500"/>
            <a:ext cx="2318327" cy="288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775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563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713FA0-AE3E-5227-7045-20C218955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7" r="21190"/>
          <a:stretch/>
        </p:blipFill>
        <p:spPr>
          <a:xfrm>
            <a:off x="4641273" y="1866900"/>
            <a:ext cx="2292927" cy="273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960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805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713FA0-AE3E-5227-7045-20C218955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85" r="30357" b="9261"/>
          <a:stretch/>
        </p:blipFill>
        <p:spPr>
          <a:xfrm>
            <a:off x="4641273" y="1981201"/>
            <a:ext cx="2026227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14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67AA3D0-FD6F-35F7-9A08-637B68570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" r="20387" b="14111"/>
          <a:stretch/>
        </p:blipFill>
        <p:spPr>
          <a:xfrm>
            <a:off x="4641274" y="1746250"/>
            <a:ext cx="2267526" cy="243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18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CAE6DD72-1AFE-83FC-86C8-1F6DB23FB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1273" y="1690688"/>
            <a:ext cx="2909455" cy="2909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66C598-9866-9AF6-5410-F5498AE258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1980" b="8824"/>
          <a:stretch/>
        </p:blipFill>
        <p:spPr>
          <a:xfrm>
            <a:off x="4551109" y="1690689"/>
            <a:ext cx="2560891" cy="265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0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CAE6DD72-1AFE-83FC-86C8-1F6DB23FB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151"/>
          <a:stretch/>
        </p:blipFill>
        <p:spPr>
          <a:xfrm>
            <a:off x="4615873" y="1690688"/>
            <a:ext cx="2585027" cy="290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7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4.81481E-6 L -0.25964 0.000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98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EA37BF9-4942-F71B-6FD1-62EA86E47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4691" y="1662401"/>
            <a:ext cx="2909455" cy="29094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C038C9-9E4B-36CF-AF34-8C2C17B9746E}"/>
              </a:ext>
            </a:extLst>
          </p:cNvPr>
          <p:cNvSpPr txBox="1"/>
          <p:nvPr/>
        </p:nvSpPr>
        <p:spPr>
          <a:xfrm>
            <a:off x="3939311" y="2707019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V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A21D35-68A3-474D-7B60-8B5AD1DD1857}"/>
              </a:ext>
            </a:extLst>
          </p:cNvPr>
          <p:cNvSpPr txBox="1"/>
          <p:nvPr/>
        </p:nvSpPr>
        <p:spPr>
          <a:xfrm>
            <a:off x="4390162" y="2713368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339841-E289-4273-4BC1-65F19E335409}"/>
              </a:ext>
            </a:extLst>
          </p:cNvPr>
          <p:cNvSpPr txBox="1"/>
          <p:nvPr/>
        </p:nvSpPr>
        <p:spPr>
          <a:xfrm>
            <a:off x="5314659" y="2712944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ACFD69-DABE-EFC6-E7E0-674464D98751}"/>
              </a:ext>
            </a:extLst>
          </p:cNvPr>
          <p:cNvSpPr txBox="1"/>
          <p:nvPr/>
        </p:nvSpPr>
        <p:spPr>
          <a:xfrm>
            <a:off x="4845916" y="2705321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U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2F9630-F790-6B38-C86F-1B094F95FCE4}"/>
              </a:ext>
            </a:extLst>
          </p:cNvPr>
          <p:cNvSpPr txBox="1"/>
          <p:nvPr/>
        </p:nvSpPr>
        <p:spPr>
          <a:xfrm>
            <a:off x="5753104" y="2729875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3828D5-3083-10F0-4FD0-0464F9BD2845}"/>
              </a:ext>
            </a:extLst>
          </p:cNvPr>
          <p:cNvSpPr txBox="1"/>
          <p:nvPr/>
        </p:nvSpPr>
        <p:spPr>
          <a:xfrm>
            <a:off x="7585836" y="2712944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BE61A7-997E-43B9-92E3-FC21FEDD6B7B}"/>
              </a:ext>
            </a:extLst>
          </p:cNvPr>
          <p:cNvSpPr txBox="1"/>
          <p:nvPr/>
        </p:nvSpPr>
        <p:spPr>
          <a:xfrm>
            <a:off x="8044795" y="2711671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4120D0-5131-9F94-F3E2-DA34F98BC46B}"/>
              </a:ext>
            </a:extLst>
          </p:cNvPr>
          <p:cNvSpPr txBox="1"/>
          <p:nvPr/>
        </p:nvSpPr>
        <p:spPr>
          <a:xfrm>
            <a:off x="8504181" y="2701935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B0F0B8-A7D5-2C49-2ADA-E275FE62F433}"/>
              </a:ext>
            </a:extLst>
          </p:cNvPr>
          <p:cNvSpPr txBox="1"/>
          <p:nvPr/>
        </p:nvSpPr>
        <p:spPr>
          <a:xfrm>
            <a:off x="6215349" y="2713165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07E9B3-6E38-9AC1-0413-5BB54CB1F5B9}"/>
              </a:ext>
            </a:extLst>
          </p:cNvPr>
          <p:cNvSpPr txBox="1"/>
          <p:nvPr/>
        </p:nvSpPr>
        <p:spPr>
          <a:xfrm>
            <a:off x="7130862" y="2729875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91893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EA37BF9-4942-F71B-6FD1-62EA86E47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4691" y="1662401"/>
            <a:ext cx="2909455" cy="29094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C038C9-9E4B-36CF-AF34-8C2C17B9746E}"/>
              </a:ext>
            </a:extLst>
          </p:cNvPr>
          <p:cNvSpPr txBox="1"/>
          <p:nvPr/>
        </p:nvSpPr>
        <p:spPr>
          <a:xfrm>
            <a:off x="3939311" y="2707019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V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A21D35-68A3-474D-7B60-8B5AD1DD1857}"/>
              </a:ext>
            </a:extLst>
          </p:cNvPr>
          <p:cNvSpPr txBox="1"/>
          <p:nvPr/>
        </p:nvSpPr>
        <p:spPr>
          <a:xfrm>
            <a:off x="4390162" y="2713368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339841-E289-4273-4BC1-65F19E335409}"/>
              </a:ext>
            </a:extLst>
          </p:cNvPr>
          <p:cNvSpPr txBox="1"/>
          <p:nvPr/>
        </p:nvSpPr>
        <p:spPr>
          <a:xfrm>
            <a:off x="5314659" y="2712944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ACFD69-DABE-EFC6-E7E0-674464D98751}"/>
              </a:ext>
            </a:extLst>
          </p:cNvPr>
          <p:cNvSpPr txBox="1"/>
          <p:nvPr/>
        </p:nvSpPr>
        <p:spPr>
          <a:xfrm>
            <a:off x="4845916" y="2705321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U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2F9630-F790-6B38-C86F-1B094F95FCE4}"/>
              </a:ext>
            </a:extLst>
          </p:cNvPr>
          <p:cNvSpPr txBox="1"/>
          <p:nvPr/>
        </p:nvSpPr>
        <p:spPr>
          <a:xfrm>
            <a:off x="5753104" y="2729875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3828D5-3083-10F0-4FD0-0464F9BD2845}"/>
              </a:ext>
            </a:extLst>
          </p:cNvPr>
          <p:cNvSpPr txBox="1"/>
          <p:nvPr/>
        </p:nvSpPr>
        <p:spPr>
          <a:xfrm>
            <a:off x="7585836" y="2712944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BE61A7-997E-43B9-92E3-FC21FEDD6B7B}"/>
              </a:ext>
            </a:extLst>
          </p:cNvPr>
          <p:cNvSpPr txBox="1"/>
          <p:nvPr/>
        </p:nvSpPr>
        <p:spPr>
          <a:xfrm>
            <a:off x="8044795" y="2711671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4120D0-5131-9F94-F3E2-DA34F98BC46B}"/>
              </a:ext>
            </a:extLst>
          </p:cNvPr>
          <p:cNvSpPr txBox="1"/>
          <p:nvPr/>
        </p:nvSpPr>
        <p:spPr>
          <a:xfrm>
            <a:off x="8504181" y="2701935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B0F0B8-A7D5-2C49-2ADA-E275FE62F433}"/>
              </a:ext>
            </a:extLst>
          </p:cNvPr>
          <p:cNvSpPr txBox="1"/>
          <p:nvPr/>
        </p:nvSpPr>
        <p:spPr>
          <a:xfrm>
            <a:off x="6215349" y="2713165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07E9B3-6E38-9AC1-0413-5BB54CB1F5B9}"/>
              </a:ext>
            </a:extLst>
          </p:cNvPr>
          <p:cNvSpPr txBox="1"/>
          <p:nvPr/>
        </p:nvSpPr>
        <p:spPr>
          <a:xfrm>
            <a:off x="7130862" y="2729875"/>
            <a:ext cx="599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84560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EA37BF9-4942-F71B-6FD1-62EA86E47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4691" y="1662401"/>
            <a:ext cx="2909455" cy="2909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8331AF-39A6-130A-2289-961108A21B1A}"/>
              </a:ext>
            </a:extLst>
          </p:cNvPr>
          <p:cNvSpPr txBox="1"/>
          <p:nvPr/>
        </p:nvSpPr>
        <p:spPr>
          <a:xfrm>
            <a:off x="3934692" y="2701630"/>
            <a:ext cx="66963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i="0" dirty="0">
                <a:solidFill>
                  <a:schemeClr val="bg1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VRUTAL LABS</a:t>
            </a:r>
            <a:endParaRPr lang="es-ES" sz="60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51E3E-9AD5-D625-12F4-62C78B1F2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9418" y="3599486"/>
            <a:ext cx="5181600" cy="517380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s-ES" b="1" dirty="0">
                <a:solidFill>
                  <a:srgbClr val="6C4CFF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Building Intelligent Compaines</a:t>
            </a:r>
          </a:p>
        </p:txBody>
      </p:sp>
    </p:spTree>
    <p:extLst>
      <p:ext uri="{BB962C8B-B14F-4D97-AF65-F5344CB8AC3E}">
        <p14:creationId xmlns:p14="http://schemas.microsoft.com/office/powerpoint/2010/main" val="311164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EA37BF9-4942-F71B-6FD1-62EA86E47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4691" y="1662401"/>
            <a:ext cx="2909455" cy="2909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8331AF-39A6-130A-2289-961108A21B1A}"/>
              </a:ext>
            </a:extLst>
          </p:cNvPr>
          <p:cNvSpPr txBox="1"/>
          <p:nvPr/>
        </p:nvSpPr>
        <p:spPr>
          <a:xfrm>
            <a:off x="3934692" y="2701630"/>
            <a:ext cx="66963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i="0" dirty="0">
                <a:solidFill>
                  <a:schemeClr val="bg1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VRUTAL LABS</a:t>
            </a:r>
            <a:endParaRPr lang="es-ES" sz="60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51E3E-9AD5-D625-12F4-62C78B1F2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9418" y="3599486"/>
            <a:ext cx="5181600" cy="36498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s-ES" b="1" dirty="0" err="1">
                <a:solidFill>
                  <a:srgbClr val="6C4CFF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Building</a:t>
            </a:r>
            <a:r>
              <a:rPr lang="es-ES" b="1" dirty="0">
                <a:solidFill>
                  <a:srgbClr val="6C4CFF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140F45D6-D96B-37A4-A38B-9A49B301FE10}"/>
              </a:ext>
            </a:extLst>
          </p:cNvPr>
          <p:cNvSpPr txBox="1">
            <a:spLocks/>
          </p:cNvSpPr>
          <p:nvPr/>
        </p:nvSpPr>
        <p:spPr>
          <a:xfrm>
            <a:off x="5491018" y="3580913"/>
            <a:ext cx="1961342" cy="3649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000" b="1" dirty="0" err="1">
                <a:solidFill>
                  <a:srgbClr val="6C4CFF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Intelligent</a:t>
            </a:r>
            <a:endParaRPr lang="es-ES" sz="2000" b="1" dirty="0">
              <a:solidFill>
                <a:srgbClr val="6C4CFF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0715415-3C23-0E9E-81DE-5BFDFF1FC2C7}"/>
              </a:ext>
            </a:extLst>
          </p:cNvPr>
          <p:cNvSpPr txBox="1">
            <a:spLocks/>
          </p:cNvSpPr>
          <p:nvPr/>
        </p:nvSpPr>
        <p:spPr>
          <a:xfrm>
            <a:off x="7329748" y="3584246"/>
            <a:ext cx="1605742" cy="517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000" b="1" dirty="0" err="1">
                <a:solidFill>
                  <a:srgbClr val="6C4CFF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Compaines</a:t>
            </a:r>
            <a:endParaRPr lang="es-ES" sz="2000" b="1" dirty="0">
              <a:solidFill>
                <a:srgbClr val="6C4CFF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29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build="p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EA37BF9-4942-F71B-6FD1-62EA86E47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4691" y="1662401"/>
            <a:ext cx="2909455" cy="2909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8331AF-39A6-130A-2289-961108A21B1A}"/>
              </a:ext>
            </a:extLst>
          </p:cNvPr>
          <p:cNvSpPr txBox="1"/>
          <p:nvPr/>
        </p:nvSpPr>
        <p:spPr>
          <a:xfrm>
            <a:off x="3934692" y="2701630"/>
            <a:ext cx="66963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000" b="1" i="0" dirty="0">
                <a:solidFill>
                  <a:schemeClr val="bg1"/>
                </a:solidFill>
                <a:effectLst/>
                <a:latin typeface="JetBrains Mono" panose="02000009000000000000" pitchFamily="49" charset="0"/>
                <a:cs typeface="JetBrains Mono" panose="02000009000000000000" pitchFamily="49" charset="0"/>
              </a:rPr>
              <a:t>VRUTAL LABS</a:t>
            </a:r>
            <a:endParaRPr lang="es-ES" sz="60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51E3E-9AD5-D625-12F4-62C78B1F2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9418" y="3599486"/>
            <a:ext cx="5181600" cy="517380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s-ES" b="1" dirty="0">
                <a:solidFill>
                  <a:srgbClr val="6C4CFF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Building Intelligent Compaines</a:t>
            </a:r>
          </a:p>
        </p:txBody>
      </p:sp>
    </p:spTree>
    <p:extLst>
      <p:ext uri="{BB962C8B-B14F-4D97-AF65-F5344CB8AC3E}">
        <p14:creationId xmlns:p14="http://schemas.microsoft.com/office/powerpoint/2010/main" val="330185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2637</TotalTime>
  <Words>35</Words>
  <Application>Microsoft Office PowerPoint</Application>
  <PresentationFormat>Widescreen</PresentationFormat>
  <Paragraphs>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Gonzalo Conde</dc:creator>
  <cp:lastModifiedBy>Gonzalo Conde</cp:lastModifiedBy>
  <cp:revision>2</cp:revision>
  <dcterms:created xsi:type="dcterms:W3CDTF">2026-09-09T13:54:44Z</dcterms:created>
  <dcterms:modified xsi:type="dcterms:W3CDTF">2026-09-11T09:52:30Z</dcterms:modified>
</cp:coreProperties>
</file>